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NOISE POLLUTION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71800"/>
            <a:ext cx="8503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2E1F0"/>
                </a:solidFill>
              </a:defRPr>
            </a:pPr>
            <a:r>
              <a:t>Causes • Effects • Prevention</a:t>
            </a:r>
            <a:br/>
            <a:r>
              <a:t>Environmental Science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6"/>
                </a:solidFill>
              </a:defRPr>
            </a:pPr>
            <a:r>
              <a:t>WHAT IS NOISE POLLUTION?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</a:defRPr>
            </a:pPr>
            <a:r>
              <a:t>Noise pollution is the presence of unwanted or excessive sound that disturbs normal activities and can affect human health and the environment.</a:t>
            </a:r>
            <a:br/>
            <a:br/>
            <a:r>
              <a:t>• Measured mainly in decibels (dB)</a:t>
            </a:r>
            <a:br/>
            <a:r>
              <a:t>• Common in cities and industrial areas</a:t>
            </a:r>
            <a:br/>
            <a:r>
              <a:t>• Continuous exposure can be harmful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0A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6"/>
                </a:solidFill>
              </a:defRPr>
            </a:pPr>
            <a:r>
              <a:t>MAJOR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</a:defRPr>
            </a:pPr>
            <a:r>
              <a:t>🚗 Road traffic — horns, engines, sirens</a:t>
            </a:r>
            <a:br/>
            <a:r>
              <a:t>🚆 Railways — trains and railway operations</a:t>
            </a:r>
            <a:br/>
            <a:r>
              <a:t>✈️ Aircraft — take-offs and landings</a:t>
            </a:r>
            <a:br/>
            <a:r>
              <a:t>🏗️ Construction — drilling, machinery and demolition</a:t>
            </a:r>
            <a:br/>
            <a:r>
              <a:t>🏭 Industry — heavy machines and equipment</a:t>
            </a:r>
            <a:br/>
            <a:r>
              <a:t>🎵 Leisure — loud music and public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0A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6"/>
                </a:solidFill>
              </a:defRPr>
            </a:pPr>
            <a:r>
              <a:t>TYPES OF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</a:defRPr>
            </a:pPr>
            <a:r>
              <a:t>• Continuous noise — remains fairly steady for long periods</a:t>
            </a:r>
            <a:br/>
            <a:r>
              <a:t>• Intermittent noise — starts and stops repeatedly</a:t>
            </a:r>
            <a:br/>
            <a:r>
              <a:t>• Impulsive noise — sudden, sharp bursts of sound</a:t>
            </a:r>
            <a:br/>
            <a:r>
              <a:t>• Low-frequency noise — deep sounds produced by some machines and vehicles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0A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6"/>
                </a:solidFill>
              </a:defRPr>
            </a:pPr>
            <a:r>
              <a:t>MAIN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</a:defRPr>
            </a:pPr>
            <a:r>
              <a:t>Rapid urbanisation and population growth</a:t>
            </a:r>
            <a:br/>
            <a:br/>
            <a:r>
              <a:t>• Increasing road traffic</a:t>
            </a:r>
            <a:br/>
            <a:r>
              <a:t>• Construction and infrastructure work</a:t>
            </a:r>
            <a:br/>
            <a:r>
              <a:t>• Industrial activity</a:t>
            </a:r>
            <a:br/>
            <a:r>
              <a:t>• Loudspeakers and public events</a:t>
            </a:r>
            <a:br/>
            <a:r>
              <a:t>• Poorly planned residential and commercial areas</a:t>
            </a:r>
            <a:br/>
            <a:r>
              <a:t>• Unnecessary vehicle horn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0A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EFFECTS ON HUMAN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BF0F7"/>
                </a:solidFill>
              </a:defRPr>
            </a:pPr>
            <a:r>
              <a:t>Excessive noise can:</a:t>
            </a:r>
            <a:br/>
            <a:br/>
            <a:r>
              <a:t>• Disturb sleep</a:t>
            </a:r>
            <a:br/>
            <a:r>
              <a:t>• Cause annoyance and stress</a:t>
            </a:r>
            <a:br/>
            <a:r>
              <a:t>• Interfere with communication</a:t>
            </a:r>
            <a:br/>
            <a:r>
              <a:t>• Reduce concentration and learning performance</a:t>
            </a:r>
            <a:br/>
            <a:r>
              <a:t>• Contribute to hearing problems with harmful exposure</a:t>
            </a:r>
            <a:br/>
            <a:r>
              <a:t>• Affect cardiovascular health</a:t>
            </a:r>
            <a:br/>
            <a:br/>
            <a:r>
              <a:t>WHO identifies noise as an important environmental health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0A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6"/>
                </a:solidFill>
              </a:defRPr>
            </a:pPr>
            <a:r>
              <a:t>EFFECTS ON ANIMALS &amp;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</a:defRPr>
            </a:pPr>
            <a:r>
              <a:t>• Disturbs animal communication and behaviour</a:t>
            </a:r>
            <a:br/>
            <a:r>
              <a:t>• Can interfere with feeding, mating and movement</a:t>
            </a:r>
            <a:br/>
            <a:r>
              <a:t>• May cause animals to avoid noisy habitats</a:t>
            </a:r>
            <a:br/>
            <a:r>
              <a:t>• Reduces the natural quietness of ecosystems</a:t>
            </a:r>
            <a:br/>
            <a:r>
              <a:t>• Adds to the environmental stress caused by urbanisation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0A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6"/>
                </a:solidFill>
              </a:defRPr>
            </a:pPr>
            <a:r>
              <a:t>HOW CAN WE CONTROL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</a:defRPr>
            </a:pPr>
            <a:r>
              <a:t>🚦 Better traffic management and public transport</a:t>
            </a:r>
            <a:br/>
            <a:r>
              <a:t>🌳 Green belts and vegetation near noisy areas</a:t>
            </a:r>
            <a:br/>
            <a:r>
              <a:t>🏗️ Quieter construction methods and equipment</a:t>
            </a:r>
            <a:br/>
            <a:r>
              <a:t>🔇 Sound barriers and improved building insulation</a:t>
            </a:r>
            <a:br/>
            <a:r>
              <a:t>📢 Responsible use of loudspeakers</a:t>
            </a:r>
            <a:br/>
            <a:r>
              <a:t>🚘 Avoid unnecessary honking</a:t>
            </a:r>
            <a:br/>
            <a:r>
              <a:t>🏠 Keep homes, schools and hospitals away from major noise sources where possible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0A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6"/>
                </a:solidFill>
              </a:defRPr>
            </a:pPr>
            <a:r>
              <a:t>ROLE OF GOVERNMENT &amp; CITIZENS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</a:defRPr>
            </a:pPr>
            <a:r>
              <a:t>Government:</a:t>
            </a:r>
            <a:br/>
            <a:r>
              <a:t>• Set and enforce noise standards</a:t>
            </a:r>
            <a:br/>
            <a:r>
              <a:t>• Monitor high-noise areas</a:t>
            </a:r>
            <a:br/>
            <a:r>
              <a:t>• Plan quieter cities and transport systems</a:t>
            </a:r>
            <a:br/>
            <a:r>
              <a:t>• Control noise from construction and public activities</a:t>
            </a:r>
            <a:br/>
            <a:br/>
            <a:r>
              <a:t>Citizens:</a:t>
            </a:r>
            <a:br/>
            <a:r>
              <a:t>• Avoid unnecessary honking</a:t>
            </a:r>
            <a:br/>
            <a:r>
              <a:t>• Keep music at reasonable levels</a:t>
            </a:r>
            <a:br/>
            <a:r>
              <a:t>• Respect silence zones</a:t>
            </a:r>
            <a:br/>
            <a:r>
              <a:t>• Report persistent excessive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0A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BF0F7"/>
                </a:solidFill>
              </a:defRPr>
            </a:pPr>
            <a:r>
              <a:t>Noise pollution is more than an inconvenience — excessive exposure can affect health, learning, sleep and quality of life.</a:t>
            </a:r>
            <a:br/>
            <a:br/>
            <a:r>
              <a:t>A quieter environment requires action from governments, communities and individuals.</a:t>
            </a:r>
            <a:br/>
            <a:br/>
            <a:r>
              <a:t>“REDUCE THE NOISE. PROTECT OUR HEALTH.”</a:t>
            </a:r>
            <a:br/>
            <a:br/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0A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